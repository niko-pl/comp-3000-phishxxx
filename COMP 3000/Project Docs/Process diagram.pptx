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2F9A017-D635-4DAB-BCB9-606125C0D414}">
          <p14:sldIdLst>
            <p14:sldId id="256"/>
            <p14:sldId id="257"/>
            <p14:sldId id="258"/>
            <p14:sldId id="259"/>
            <p14:sldId id="260"/>
          </p14:sldIdLst>
        </p14:section>
        <p14:section name="Untitled Section" id="{4EB315A0-3496-48B7-8E97-8A64B8C58A86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64F78-E193-25FA-9E4E-E51E8F348A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9C051F-9510-ED61-DD94-63904DBAF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ABD64-E1C7-8582-BF3D-1F4B41249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C3FF-4299-45FA-A552-BB98A650FEDD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72E44-F95C-CB75-6E41-8F5BD401A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A344E-98AC-8C1C-699F-EA5FE162F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B3BD-06A9-4A53-AAFD-6EAB9BA733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649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38652-3F4C-9FF4-A66F-5DB53769B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3598C-8AA0-E1F7-CEE9-D7C098E7B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BD5EB-B32D-30A1-D551-B91663917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C3FF-4299-45FA-A552-BB98A650FEDD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D705F-E540-A2B0-63B8-D7EC6B50E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06E55-8B51-ED05-B7D1-A50881389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B3BD-06A9-4A53-AAFD-6EAB9BA733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9206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6B576-FB5A-53B8-1D57-A3DC03B7F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5E19D-CA0F-F316-C454-9AAA85994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C91CA-F4E8-4A0F-4669-254E873B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C3FF-4299-45FA-A552-BB98A650FEDD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0EF6D-00D9-8BDD-3FB9-B5444A44E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3CB71-65FA-4C67-BBB2-1DE49064C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B3BD-06A9-4A53-AAFD-6EAB9BA733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94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46580-F5A5-184D-F88F-B930BE674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D5C4D-7B44-4B20-5DDD-263A67D42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B0AFC0-C84E-828C-C423-47DDC4FF9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B5DAC-CE53-133F-E930-D009C7F07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C3FF-4299-45FA-A552-BB98A650FEDD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B00324-56FA-9390-8C2E-4DBA9903B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7BB3F6-6E2C-1D62-26E7-703ADD475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B3BD-06A9-4A53-AAFD-6EAB9BA733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215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6FA9B-A9E2-2113-F41F-5E5B31A93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AB9D1-8FA9-2AB0-DB5E-D4FC63F0F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4EA98-3D14-B68E-DD5F-820485F2B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B5FAA1-4F67-4983-CCD4-6FA927F0F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8A2A3A-4F73-F3FD-1D97-EBB6176777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E2BDBC-2B83-1DBA-ECED-3E18C2D0E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C3FF-4299-45FA-A552-BB98A650FEDD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4DFF54-99DE-157A-E979-59E53A44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909EB4-FF93-33C3-C31F-FD055BE2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B3BD-06A9-4A53-AAFD-6EAB9BA733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5155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0A74F-70F5-4D68-FB9E-E61F9D9B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7D80BF-B88A-00F0-A756-4D502EEFE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C3FF-4299-45FA-A552-BB98A650FEDD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600441-0146-D544-B794-FD4FF8EC2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00D6D-E2C6-BF70-B7C7-A88420886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B3BD-06A9-4A53-AAFD-6EAB9BA733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325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38185F-67E7-C219-5BCA-9DEE6511F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C3FF-4299-45FA-A552-BB98A650FEDD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324EF9-7325-5FFE-F23A-E0035BE4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E8B37-D85C-9E3E-1CA2-88FBE7ACF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B3BD-06A9-4A53-AAFD-6EAB9BA733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460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0B38B-6D7B-B29F-68E9-8F98CA5A1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8C1FE-9CCD-CE18-6011-20554D2D1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63BE63-647D-FE32-E1D0-19E3784EF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0CE36-435A-37AD-1D4D-AA11A6FB5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C3FF-4299-45FA-A552-BB98A650FEDD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5F830-C01B-1617-4F79-215FB5787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DABE83-6E4F-75CA-B862-E2FF2C666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B3BD-06A9-4A53-AAFD-6EAB9BA733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1782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51198-0762-47E9-D004-3BAF6E31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AFBCE5-5E51-34A1-FE8A-023598C028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EDBFB6-7944-1B4F-58C6-5ECFBB6C7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290A90-6859-65D9-B00B-8492BECEE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C3FF-4299-45FA-A552-BB98A650FEDD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41FE3-3A50-10B8-7665-8A401491E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3B63E-E57E-5116-0BBE-46A4092A8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B3BD-06A9-4A53-AAFD-6EAB9BA733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829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1754F-955A-F8ED-D38E-EF2E7E348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F5C8DA-9A91-862C-1FC0-A1903C49D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99648-3D04-A963-E93E-7BC882772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C3FF-4299-45FA-A552-BB98A650FEDD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1AD26-306C-3CCC-5AF9-1D576CCE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337F6-4E23-93F9-4390-C382171B6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B3BD-06A9-4A53-AAFD-6EAB9BA733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0513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B4F921-DAA3-F023-940B-784B969D54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ED1DEB-1B64-BB40-FBB0-F2143A3265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FFC6A-FF5F-3AEE-1135-DE7664D6F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C3FF-4299-45FA-A552-BB98A650FEDD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A5240-3D43-9221-DC2A-A0A281F32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29029-04B4-9ACD-713F-2043F1E94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B3BD-06A9-4A53-AAFD-6EAB9BA733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6032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B68D3A-3EFB-7EC7-B28C-E4F8B2D4F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BF687-F37A-C8DD-EE9D-4A76AB1A0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ACD45-0672-14E9-AA0A-C0FAC3FF56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9C3FF-4299-45FA-A552-BB98A650FEDD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6EEC8-F8A6-8564-92AB-8F449EF014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5B745-51B8-C1AB-5F8B-43E54064AD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7CB3BD-06A9-4A53-AAFD-6EAB9BA733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0956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B4D343-1286-EAD8-8AD2-729EAE42F76C}"/>
              </a:ext>
            </a:extLst>
          </p:cNvPr>
          <p:cNvSpPr/>
          <p:nvPr/>
        </p:nvSpPr>
        <p:spPr>
          <a:xfrm>
            <a:off x="1666495" y="4059175"/>
            <a:ext cx="985266" cy="8694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Gmail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868C9F3-CFBD-A8BB-C6B7-48E0FE882CA8}"/>
              </a:ext>
            </a:extLst>
          </p:cNvPr>
          <p:cNvSpPr/>
          <p:nvPr/>
        </p:nvSpPr>
        <p:spPr>
          <a:xfrm>
            <a:off x="4279392" y="4059175"/>
            <a:ext cx="1563624" cy="7589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Google.App.Script</a:t>
            </a:r>
            <a:endParaRPr lang="en-GB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488EF7-B76D-909F-CB8E-727316557B9C}"/>
              </a:ext>
            </a:extLst>
          </p:cNvPr>
          <p:cNvSpPr/>
          <p:nvPr/>
        </p:nvSpPr>
        <p:spPr>
          <a:xfrm>
            <a:off x="7470647" y="3948685"/>
            <a:ext cx="1764792" cy="8694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Google Extension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0A38063-5593-6D85-92FE-F5755F6CA134}"/>
              </a:ext>
            </a:extLst>
          </p:cNvPr>
          <p:cNvCxnSpPr>
            <a:stCxn id="6" idx="1"/>
            <a:endCxn id="5" idx="3"/>
          </p:cNvCxnSpPr>
          <p:nvPr/>
        </p:nvCxnSpPr>
        <p:spPr>
          <a:xfrm flipH="1">
            <a:off x="5843016" y="4383406"/>
            <a:ext cx="1627631" cy="55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D5754A0-0E84-5341-CBA5-A66255EA4459}"/>
              </a:ext>
            </a:extLst>
          </p:cNvPr>
          <p:cNvSpPr txBox="1"/>
          <p:nvPr/>
        </p:nvSpPr>
        <p:spPr>
          <a:xfrm>
            <a:off x="6111239" y="4054603"/>
            <a:ext cx="1155192" cy="384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Run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793E102-B893-12FC-954C-1618B0E0A4A1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>
            <a:off x="2651761" y="4438651"/>
            <a:ext cx="1627631" cy="55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1DB7286-AABE-BFB3-9E22-6E93CA0F27AE}"/>
              </a:ext>
            </a:extLst>
          </p:cNvPr>
          <p:cNvSpPr txBox="1"/>
          <p:nvPr/>
        </p:nvSpPr>
        <p:spPr>
          <a:xfrm>
            <a:off x="3032759" y="3897096"/>
            <a:ext cx="1240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Execute Scrape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646D48F-9276-6B92-06F4-EF3A8D9D97FB}"/>
              </a:ext>
            </a:extLst>
          </p:cNvPr>
          <p:cNvCxnSpPr>
            <a:cxnSpLocks/>
            <a:stCxn id="4" idx="0"/>
            <a:endCxn id="15" idx="2"/>
          </p:cNvCxnSpPr>
          <p:nvPr/>
        </p:nvCxnSpPr>
        <p:spPr>
          <a:xfrm flipV="1">
            <a:off x="2159128" y="3028188"/>
            <a:ext cx="0" cy="1030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BF9B708-0883-9472-220C-54FAC33AF12D}"/>
              </a:ext>
            </a:extLst>
          </p:cNvPr>
          <p:cNvSpPr/>
          <p:nvPr/>
        </p:nvSpPr>
        <p:spPr>
          <a:xfrm>
            <a:off x="1496188" y="2158746"/>
            <a:ext cx="1325880" cy="8694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Store data from email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404BED4-1752-63BD-B1F0-219E89D23290}"/>
              </a:ext>
            </a:extLst>
          </p:cNvPr>
          <p:cNvCxnSpPr>
            <a:stCxn id="15" idx="3"/>
          </p:cNvCxnSpPr>
          <p:nvPr/>
        </p:nvCxnSpPr>
        <p:spPr>
          <a:xfrm flipV="1">
            <a:off x="2822068" y="2377440"/>
            <a:ext cx="1451228" cy="216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5010E3D-0422-5969-10B5-601CC0090D7D}"/>
              </a:ext>
            </a:extLst>
          </p:cNvPr>
          <p:cNvSpPr/>
          <p:nvPr/>
        </p:nvSpPr>
        <p:spPr>
          <a:xfrm>
            <a:off x="4273296" y="1799272"/>
            <a:ext cx="2045208" cy="10603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Process it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B81B901-1A33-2EE9-FEDC-B241FF0CFFE9}"/>
              </a:ext>
            </a:extLst>
          </p:cNvPr>
          <p:cNvCxnSpPr>
            <a:stCxn id="19" idx="0"/>
          </p:cNvCxnSpPr>
          <p:nvPr/>
        </p:nvCxnSpPr>
        <p:spPr>
          <a:xfrm flipV="1">
            <a:off x="5295900" y="1143000"/>
            <a:ext cx="693420" cy="6562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8ED82EA-9099-575A-4005-2A27A5D8F762}"/>
              </a:ext>
            </a:extLst>
          </p:cNvPr>
          <p:cNvSpPr/>
          <p:nvPr/>
        </p:nvSpPr>
        <p:spPr>
          <a:xfrm>
            <a:off x="5989320" y="786384"/>
            <a:ext cx="1554480" cy="6334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AI language analysis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7AB50F-BC8D-3379-35DA-2528A3C9C63B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6318504" y="2265998"/>
            <a:ext cx="758952" cy="63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AB5D264-2A52-17B0-0B63-F3B2F28869E3}"/>
              </a:ext>
            </a:extLst>
          </p:cNvPr>
          <p:cNvSpPr/>
          <p:nvPr/>
        </p:nvSpPr>
        <p:spPr>
          <a:xfrm>
            <a:off x="7077456" y="1938528"/>
            <a:ext cx="1371600" cy="6549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API links analysis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FF30A19-E0A3-77D5-D174-8B7F2D701BB6}"/>
              </a:ext>
            </a:extLst>
          </p:cNvPr>
          <p:cNvCxnSpPr>
            <a:cxnSpLocks/>
            <a:stCxn id="22" idx="3"/>
            <a:endCxn id="29" idx="1"/>
          </p:cNvCxnSpPr>
          <p:nvPr/>
        </p:nvCxnSpPr>
        <p:spPr>
          <a:xfrm>
            <a:off x="7543800" y="1103090"/>
            <a:ext cx="1280160" cy="354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304DC42-D909-EB12-8584-F8F03AD4B98A}"/>
              </a:ext>
            </a:extLst>
          </p:cNvPr>
          <p:cNvSpPr/>
          <p:nvPr/>
        </p:nvSpPr>
        <p:spPr>
          <a:xfrm>
            <a:off x="8823960" y="1059846"/>
            <a:ext cx="1472184" cy="7955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Calculate score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204D3B6-2B1F-7BB4-D4A9-08AD61F156FC}"/>
              </a:ext>
            </a:extLst>
          </p:cNvPr>
          <p:cNvCxnSpPr>
            <a:stCxn id="25" idx="3"/>
            <a:endCxn id="29" idx="1"/>
          </p:cNvCxnSpPr>
          <p:nvPr/>
        </p:nvCxnSpPr>
        <p:spPr>
          <a:xfrm flipV="1">
            <a:off x="8449056" y="1457610"/>
            <a:ext cx="374904" cy="808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8C50545-33A8-90A1-C15B-CC4C54B3ABF7}"/>
              </a:ext>
            </a:extLst>
          </p:cNvPr>
          <p:cNvCxnSpPr>
            <a:stCxn id="29" idx="3"/>
          </p:cNvCxnSpPr>
          <p:nvPr/>
        </p:nvCxnSpPr>
        <p:spPr>
          <a:xfrm>
            <a:off x="10296144" y="1457610"/>
            <a:ext cx="182880" cy="1135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B33D042-03EB-066C-AD55-54B267B6C3C2}"/>
              </a:ext>
            </a:extLst>
          </p:cNvPr>
          <p:cNvSpPr/>
          <p:nvPr/>
        </p:nvSpPr>
        <p:spPr>
          <a:xfrm>
            <a:off x="9742932" y="2593467"/>
            <a:ext cx="1472183" cy="8694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Inform User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6C164D5-0022-0DBF-12B6-7256361FEFDF}"/>
              </a:ext>
            </a:extLst>
          </p:cNvPr>
          <p:cNvCxnSpPr>
            <a:stCxn id="12" idx="0"/>
            <a:endCxn id="19" idx="2"/>
          </p:cNvCxnSpPr>
          <p:nvPr/>
        </p:nvCxnSpPr>
        <p:spPr>
          <a:xfrm flipV="1">
            <a:off x="3653028" y="2859595"/>
            <a:ext cx="1642872" cy="1037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D8DC7CE-CC26-B5D0-D3B0-0297466DAB9C}"/>
              </a:ext>
            </a:extLst>
          </p:cNvPr>
          <p:cNvSpPr txBox="1"/>
          <p:nvPr/>
        </p:nvSpPr>
        <p:spPr>
          <a:xfrm>
            <a:off x="3314701" y="3003568"/>
            <a:ext cx="1451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Wait for scrape and execute</a:t>
            </a:r>
          </a:p>
        </p:txBody>
      </p:sp>
    </p:spTree>
    <p:extLst>
      <p:ext uri="{BB962C8B-B14F-4D97-AF65-F5344CB8AC3E}">
        <p14:creationId xmlns:p14="http://schemas.microsoft.com/office/powerpoint/2010/main" val="538677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BD03B9EE-20D4-95E8-C5B5-11E5E94FFC95}"/>
              </a:ext>
            </a:extLst>
          </p:cNvPr>
          <p:cNvGrpSpPr/>
          <p:nvPr/>
        </p:nvGrpSpPr>
        <p:grpSpPr>
          <a:xfrm>
            <a:off x="8622792" y="109728"/>
            <a:ext cx="3253588" cy="1650913"/>
            <a:chOff x="3758184" y="612648"/>
            <a:chExt cx="4956047" cy="152704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9F5A27-1442-D6D3-CBA9-B553A02D022F}"/>
                </a:ext>
              </a:extLst>
            </p:cNvPr>
            <p:cNvSpPr>
              <a:spLocks/>
            </p:cNvSpPr>
            <p:nvPr/>
          </p:nvSpPr>
          <p:spPr>
            <a:xfrm>
              <a:off x="3758184" y="612648"/>
              <a:ext cx="4791456" cy="15270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B677102-D002-F50C-767A-01BB46D50DFE}"/>
                </a:ext>
              </a:extLst>
            </p:cNvPr>
            <p:cNvSpPr>
              <a:spLocks/>
            </p:cNvSpPr>
            <p:nvPr/>
          </p:nvSpPr>
          <p:spPr>
            <a:xfrm>
              <a:off x="4178808" y="979965"/>
              <a:ext cx="1755648" cy="7781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AI processor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8E7BC97-11C8-96A8-C91D-B4237F86C660}"/>
                </a:ext>
              </a:extLst>
            </p:cNvPr>
            <p:cNvSpPr>
              <a:spLocks/>
            </p:cNvSpPr>
            <p:nvPr/>
          </p:nvSpPr>
          <p:spPr>
            <a:xfrm>
              <a:off x="6263640" y="950976"/>
              <a:ext cx="1911096" cy="8412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API processor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BC2BE69-B177-0CCF-B36A-4A5D053EB2B2}"/>
                </a:ext>
              </a:extLst>
            </p:cNvPr>
            <p:cNvSpPr txBox="1">
              <a:spLocks/>
            </p:cNvSpPr>
            <p:nvPr/>
          </p:nvSpPr>
          <p:spPr>
            <a:xfrm>
              <a:off x="5119471" y="1758157"/>
              <a:ext cx="3594760" cy="341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Risk Processor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7AABF671-9F30-213F-C21E-BEDA5E660F4F}"/>
              </a:ext>
            </a:extLst>
          </p:cNvPr>
          <p:cNvSpPr/>
          <p:nvPr/>
        </p:nvSpPr>
        <p:spPr>
          <a:xfrm>
            <a:off x="7975383" y="4534640"/>
            <a:ext cx="1847088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Sheets Data </a:t>
            </a:r>
          </a:p>
          <a:p>
            <a:pPr algn="ctr"/>
            <a:r>
              <a:rPr lang="en-GB" sz="800" dirty="0"/>
              <a:t>Non-volatile Memory R/W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6A9D27-A3F5-4CF7-869F-1DCF05F15E76}"/>
              </a:ext>
            </a:extLst>
          </p:cNvPr>
          <p:cNvSpPr/>
          <p:nvPr/>
        </p:nvSpPr>
        <p:spPr>
          <a:xfrm>
            <a:off x="4385363" y="2103290"/>
            <a:ext cx="1527048" cy="7931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Extension/UI</a:t>
            </a:r>
          </a:p>
          <a:p>
            <a:pPr algn="ctr"/>
            <a:r>
              <a:rPr lang="en-GB" sz="800" dirty="0"/>
              <a:t>Volatile Memory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170D2D-514C-609B-1583-D1098EC7867D}"/>
              </a:ext>
            </a:extLst>
          </p:cNvPr>
          <p:cNvSpPr/>
          <p:nvPr/>
        </p:nvSpPr>
        <p:spPr>
          <a:xfrm>
            <a:off x="4811268" y="4518326"/>
            <a:ext cx="2020824" cy="841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Google Script (Scrape_Email)</a:t>
            </a:r>
            <a:br>
              <a:rPr lang="en-GB" dirty="0"/>
            </a:br>
            <a:r>
              <a:rPr lang="en-GB" sz="800" dirty="0"/>
              <a:t>Volatile Memory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7EA38B-AE89-7352-8F62-0BA9BB9E71AE}"/>
              </a:ext>
            </a:extLst>
          </p:cNvPr>
          <p:cNvSpPr/>
          <p:nvPr/>
        </p:nvSpPr>
        <p:spPr>
          <a:xfrm>
            <a:off x="2002534" y="4538994"/>
            <a:ext cx="1755648" cy="838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Gmail</a:t>
            </a:r>
          </a:p>
          <a:p>
            <a:pPr algn="ctr"/>
            <a:r>
              <a:rPr lang="en-GB" sz="800" dirty="0"/>
              <a:t>Non-volatile - ROM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14E428B-17BB-DDBB-CD33-76D11CE380E2}"/>
              </a:ext>
            </a:extLst>
          </p:cNvPr>
          <p:cNvCxnSpPr>
            <a:stCxn id="6" idx="3"/>
            <a:endCxn id="4" idx="1"/>
          </p:cNvCxnSpPr>
          <p:nvPr/>
        </p:nvCxnSpPr>
        <p:spPr>
          <a:xfrm>
            <a:off x="6832092" y="4938950"/>
            <a:ext cx="1143291" cy="52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D44FD395-5718-F60E-730C-F4C5C8E80A77}"/>
              </a:ext>
            </a:extLst>
          </p:cNvPr>
          <p:cNvSpPr/>
          <p:nvPr/>
        </p:nvSpPr>
        <p:spPr>
          <a:xfrm>
            <a:off x="6232396" y="3023878"/>
            <a:ext cx="1783080" cy="7931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Popup.js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8AF251B-6CD4-50C4-8A2A-41F309700AEA}"/>
              </a:ext>
            </a:extLst>
          </p:cNvPr>
          <p:cNvCxnSpPr>
            <a:stCxn id="22" idx="3"/>
            <a:endCxn id="6" idx="0"/>
          </p:cNvCxnSpPr>
          <p:nvPr/>
        </p:nvCxnSpPr>
        <p:spPr>
          <a:xfrm flipH="1">
            <a:off x="5821680" y="3420452"/>
            <a:ext cx="2193796" cy="1097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4938A56-CBC9-2837-2F13-CEC64545B96E}"/>
              </a:ext>
            </a:extLst>
          </p:cNvPr>
          <p:cNvCxnSpPr>
            <a:stCxn id="11" idx="3"/>
            <a:endCxn id="6" idx="1"/>
          </p:cNvCxnSpPr>
          <p:nvPr/>
        </p:nvCxnSpPr>
        <p:spPr>
          <a:xfrm flipV="1">
            <a:off x="3758182" y="4938950"/>
            <a:ext cx="1053086" cy="194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A2472B9-7B75-6DB6-4287-42861BBF7A3F}"/>
              </a:ext>
            </a:extLst>
          </p:cNvPr>
          <p:cNvSpPr/>
          <p:nvPr/>
        </p:nvSpPr>
        <p:spPr>
          <a:xfrm>
            <a:off x="1152140" y="2412430"/>
            <a:ext cx="1664208" cy="72237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Highlight.js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F5F16A9-42EC-3EA2-7FCD-0FF95BE1E678}"/>
              </a:ext>
            </a:extLst>
          </p:cNvPr>
          <p:cNvCxnSpPr>
            <a:stCxn id="5" idx="1"/>
            <a:endCxn id="31" idx="3"/>
          </p:cNvCxnSpPr>
          <p:nvPr/>
        </p:nvCxnSpPr>
        <p:spPr>
          <a:xfrm flipH="1">
            <a:off x="2816348" y="2499864"/>
            <a:ext cx="1569015" cy="2737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F042480-8E38-DDE8-1DF1-DE1CF2691005}"/>
              </a:ext>
            </a:extLst>
          </p:cNvPr>
          <p:cNvCxnSpPr>
            <a:stCxn id="31" idx="2"/>
            <a:endCxn id="11" idx="0"/>
          </p:cNvCxnSpPr>
          <p:nvPr/>
        </p:nvCxnSpPr>
        <p:spPr>
          <a:xfrm>
            <a:off x="1984244" y="3134806"/>
            <a:ext cx="896114" cy="14041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CE8B76D-4002-B053-0A59-897C6BE761F2}"/>
              </a:ext>
            </a:extLst>
          </p:cNvPr>
          <p:cNvCxnSpPr>
            <a:stCxn id="5" idx="3"/>
            <a:endCxn id="22" idx="0"/>
          </p:cNvCxnSpPr>
          <p:nvPr/>
        </p:nvCxnSpPr>
        <p:spPr>
          <a:xfrm>
            <a:off x="5912411" y="2499864"/>
            <a:ext cx="1211525" cy="5240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0477EB9-845A-4054-FD16-B7BA6E8523BA}"/>
              </a:ext>
            </a:extLst>
          </p:cNvPr>
          <p:cNvSpPr/>
          <p:nvPr/>
        </p:nvSpPr>
        <p:spPr>
          <a:xfrm>
            <a:off x="2140510" y="356616"/>
            <a:ext cx="1617673" cy="7223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BAD_WORDS.json</a:t>
            </a:r>
            <a:endParaRPr lang="en-GB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5C0BD66-55D3-46C3-7F19-BD2234CB2BB1}"/>
              </a:ext>
            </a:extLst>
          </p:cNvPr>
          <p:cNvCxnSpPr>
            <a:stCxn id="4" idx="0"/>
            <a:endCxn id="9" idx="2"/>
          </p:cNvCxnSpPr>
          <p:nvPr/>
        </p:nvCxnSpPr>
        <p:spPr>
          <a:xfrm flipV="1">
            <a:off x="8898927" y="1760641"/>
            <a:ext cx="1296633" cy="27739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4E70D37-C55F-3F9B-C3B6-16527AA7C08C}"/>
              </a:ext>
            </a:extLst>
          </p:cNvPr>
          <p:cNvCxnSpPr>
            <a:stCxn id="9" idx="1"/>
            <a:endCxn id="14" idx="3"/>
          </p:cNvCxnSpPr>
          <p:nvPr/>
        </p:nvCxnSpPr>
        <p:spPr>
          <a:xfrm flipH="1" flipV="1">
            <a:off x="3758183" y="717804"/>
            <a:ext cx="4864609" cy="217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4309CDE-72AC-782A-23D6-768D93B49BAD}"/>
              </a:ext>
            </a:extLst>
          </p:cNvPr>
          <p:cNvCxnSpPr>
            <a:stCxn id="14" idx="2"/>
            <a:endCxn id="31" idx="0"/>
          </p:cNvCxnSpPr>
          <p:nvPr/>
        </p:nvCxnSpPr>
        <p:spPr>
          <a:xfrm flipH="1">
            <a:off x="1984244" y="1078992"/>
            <a:ext cx="965103" cy="1333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671599A-70EE-70BA-4F1C-DF269A5E3DA6}"/>
              </a:ext>
            </a:extLst>
          </p:cNvPr>
          <p:cNvSpPr txBox="1"/>
          <p:nvPr/>
        </p:nvSpPr>
        <p:spPr>
          <a:xfrm>
            <a:off x="9516461" y="2916936"/>
            <a:ext cx="1645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Take to process 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8B182A-7E32-9FFD-8074-52D9F5294687}"/>
              </a:ext>
            </a:extLst>
          </p:cNvPr>
          <p:cNvSpPr txBox="1"/>
          <p:nvPr/>
        </p:nvSpPr>
        <p:spPr>
          <a:xfrm>
            <a:off x="5148887" y="475499"/>
            <a:ext cx="1617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/>
              <a:t>Identified bad words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B33B6B-F3F5-3E0E-15B5-59F4F2771A86}"/>
              </a:ext>
            </a:extLst>
          </p:cNvPr>
          <p:cNvSpPr txBox="1"/>
          <p:nvPr/>
        </p:nvSpPr>
        <p:spPr>
          <a:xfrm>
            <a:off x="1536187" y="1384984"/>
            <a:ext cx="8961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Feeds UI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E34D93-38B9-4FA8-6807-63F46698119B}"/>
              </a:ext>
            </a:extLst>
          </p:cNvPr>
          <p:cNvSpPr txBox="1"/>
          <p:nvPr/>
        </p:nvSpPr>
        <p:spPr>
          <a:xfrm>
            <a:off x="2403725" y="3643720"/>
            <a:ext cx="11612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Overlays UI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6B2ED8-87A5-EDD9-E837-0615D23D3B64}"/>
              </a:ext>
            </a:extLst>
          </p:cNvPr>
          <p:cNvSpPr txBox="1"/>
          <p:nvPr/>
        </p:nvSpPr>
        <p:spPr>
          <a:xfrm>
            <a:off x="3836668" y="4538994"/>
            <a:ext cx="896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scrape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394173-CDDE-5354-1E46-396B441152B8}"/>
              </a:ext>
            </a:extLst>
          </p:cNvPr>
          <p:cNvSpPr txBox="1"/>
          <p:nvPr/>
        </p:nvSpPr>
        <p:spPr>
          <a:xfrm>
            <a:off x="6986016" y="4617720"/>
            <a:ext cx="1280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Store Scraped Data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EEAC708-99F9-5660-1C31-F3D6F8E05E1D}"/>
              </a:ext>
            </a:extLst>
          </p:cNvPr>
          <p:cNvCxnSpPr>
            <a:cxnSpLocks/>
            <a:stCxn id="39" idx="0"/>
            <a:endCxn id="14" idx="3"/>
          </p:cNvCxnSpPr>
          <p:nvPr/>
        </p:nvCxnSpPr>
        <p:spPr>
          <a:xfrm flipH="1" flipV="1">
            <a:off x="3758183" y="717804"/>
            <a:ext cx="711524" cy="3222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A50DE6B0-B95B-B1C1-4CC2-7CE725FD943D}"/>
              </a:ext>
            </a:extLst>
          </p:cNvPr>
          <p:cNvSpPr/>
          <p:nvPr/>
        </p:nvSpPr>
        <p:spPr>
          <a:xfrm>
            <a:off x="3811525" y="1040033"/>
            <a:ext cx="1316363" cy="7931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May need to be </a:t>
            </a:r>
            <a:r>
              <a:rPr lang="en-GB" dirty="0" err="1"/>
              <a:t>api</a:t>
            </a:r>
            <a:r>
              <a:rPr lang="en-GB" dirty="0"/>
              <a:t> serviced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7DE46C2-BFF2-82D0-E82E-E498247C895B}"/>
              </a:ext>
            </a:extLst>
          </p:cNvPr>
          <p:cNvSpPr/>
          <p:nvPr/>
        </p:nvSpPr>
        <p:spPr>
          <a:xfrm>
            <a:off x="164592" y="5614416"/>
            <a:ext cx="3593590" cy="11676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WORD OR URL</a:t>
            </a:r>
            <a:br>
              <a:rPr lang="en-GB" dirty="0"/>
            </a:br>
            <a:r>
              <a:rPr lang="en-GB" dirty="0"/>
              <a:t>identification only</a:t>
            </a:r>
          </a:p>
          <a:p>
            <a:pPr algn="ctr"/>
            <a:r>
              <a:rPr lang="en-GB" sz="1100" dirty="0"/>
              <a:t>Not yet language analysis</a:t>
            </a:r>
          </a:p>
        </p:txBody>
      </p:sp>
    </p:spTree>
    <p:extLst>
      <p:ext uri="{BB962C8B-B14F-4D97-AF65-F5344CB8AC3E}">
        <p14:creationId xmlns:p14="http://schemas.microsoft.com/office/powerpoint/2010/main" val="1146407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669DD8-278B-3267-1C2A-0BDC5BC7B8A3}"/>
              </a:ext>
            </a:extLst>
          </p:cNvPr>
          <p:cNvSpPr/>
          <p:nvPr/>
        </p:nvSpPr>
        <p:spPr>
          <a:xfrm>
            <a:off x="0" y="0"/>
            <a:ext cx="233172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How to highlight v1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9236E8-E33D-F1CB-08A8-B59753B3E58B}"/>
              </a:ext>
            </a:extLst>
          </p:cNvPr>
          <p:cNvSpPr/>
          <p:nvPr/>
        </p:nvSpPr>
        <p:spPr>
          <a:xfrm>
            <a:off x="4096512" y="1504438"/>
            <a:ext cx="2194560" cy="731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Identify and Scan email body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6EA619-553C-FD0B-8FBF-8EDAD1CD1369}"/>
              </a:ext>
            </a:extLst>
          </p:cNvPr>
          <p:cNvSpPr/>
          <p:nvPr/>
        </p:nvSpPr>
        <p:spPr>
          <a:xfrm>
            <a:off x="7940040" y="1429973"/>
            <a:ext cx="2194560" cy="731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Identify all words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4469A79-25DF-0AE1-3C25-FEC831A2211B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6291072" y="1795733"/>
            <a:ext cx="1648968" cy="74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3DD8C56D-6F30-104C-0AC2-1A3CC42CF1C3}"/>
              </a:ext>
            </a:extLst>
          </p:cNvPr>
          <p:cNvSpPr/>
          <p:nvPr/>
        </p:nvSpPr>
        <p:spPr>
          <a:xfrm>
            <a:off x="859536" y="1557178"/>
            <a:ext cx="1664208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Identify all HREF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35AC271-605F-EE13-41CF-90CE2251AA4D}"/>
              </a:ext>
            </a:extLst>
          </p:cNvPr>
          <p:cNvCxnSpPr>
            <a:stCxn id="3" idx="1"/>
            <a:endCxn id="27" idx="3"/>
          </p:cNvCxnSpPr>
          <p:nvPr/>
        </p:nvCxnSpPr>
        <p:spPr>
          <a:xfrm flipH="1">
            <a:off x="2523744" y="1870198"/>
            <a:ext cx="1572768" cy="101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510B607-9170-BA74-C912-F3E760208681}"/>
              </a:ext>
            </a:extLst>
          </p:cNvPr>
          <p:cNvSpPr txBox="1"/>
          <p:nvPr/>
        </p:nvSpPr>
        <p:spPr>
          <a:xfrm>
            <a:off x="1371600" y="1272515"/>
            <a:ext cx="1152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*Links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28CDCA3-B7E9-2AE9-2B35-586EC4C56BA6}"/>
              </a:ext>
            </a:extLst>
          </p:cNvPr>
          <p:cNvSpPr txBox="1"/>
          <p:nvPr/>
        </p:nvSpPr>
        <p:spPr>
          <a:xfrm>
            <a:off x="7095744" y="2644175"/>
            <a:ext cx="1356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C75174-9808-0D34-CCC6-D369213246EE}"/>
              </a:ext>
            </a:extLst>
          </p:cNvPr>
          <p:cNvSpPr/>
          <p:nvPr/>
        </p:nvSpPr>
        <p:spPr>
          <a:xfrm>
            <a:off x="4346448" y="54083"/>
            <a:ext cx="1694688" cy="7168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AC244E7-8FE8-5967-7F62-2C02297D2BCD}"/>
              </a:ext>
            </a:extLst>
          </p:cNvPr>
          <p:cNvCxnSpPr>
            <a:stCxn id="5" idx="2"/>
            <a:endCxn id="3" idx="0"/>
          </p:cNvCxnSpPr>
          <p:nvPr/>
        </p:nvCxnSpPr>
        <p:spPr>
          <a:xfrm>
            <a:off x="5193792" y="770884"/>
            <a:ext cx="0" cy="7335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904B4D2-6E6F-4459-B3B1-0D998CAC99E6}"/>
              </a:ext>
            </a:extLst>
          </p:cNvPr>
          <p:cNvSpPr/>
          <p:nvPr/>
        </p:nvSpPr>
        <p:spPr>
          <a:xfrm>
            <a:off x="786384" y="2946871"/>
            <a:ext cx="1810512" cy="6349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 link scan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8942ED-ED67-35EF-691D-54E398394158}"/>
              </a:ext>
            </a:extLst>
          </p:cNvPr>
          <p:cNvCxnSpPr>
            <a:stCxn id="27" idx="2"/>
            <a:endCxn id="12" idx="0"/>
          </p:cNvCxnSpPr>
          <p:nvPr/>
        </p:nvCxnSpPr>
        <p:spPr>
          <a:xfrm>
            <a:off x="1691640" y="2203509"/>
            <a:ext cx="0" cy="7433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FF6CDCCE-B03D-75BB-31B3-BAE5F17CCAC0}"/>
              </a:ext>
            </a:extLst>
          </p:cNvPr>
          <p:cNvSpPr/>
          <p:nvPr/>
        </p:nvSpPr>
        <p:spPr>
          <a:xfrm>
            <a:off x="7936992" y="2946871"/>
            <a:ext cx="2194560" cy="805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 Bad Words Scan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61711E5-7FEA-FE3F-70BB-B4483029AC50}"/>
              </a:ext>
            </a:extLst>
          </p:cNvPr>
          <p:cNvCxnSpPr>
            <a:stCxn id="4" idx="2"/>
            <a:endCxn id="20" idx="0"/>
          </p:cNvCxnSpPr>
          <p:nvPr/>
        </p:nvCxnSpPr>
        <p:spPr>
          <a:xfrm flipH="1">
            <a:off x="9034272" y="2161493"/>
            <a:ext cx="3048" cy="7853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5E5E111-BF36-D91D-13AE-FC77EEF156D1}"/>
              </a:ext>
            </a:extLst>
          </p:cNvPr>
          <p:cNvSpPr/>
          <p:nvPr/>
        </p:nvSpPr>
        <p:spPr>
          <a:xfrm>
            <a:off x="4096512" y="2798063"/>
            <a:ext cx="2194560" cy="1103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Isolate from body Add Listeners, attach data and inject custom CSS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0C95A2E-AE2D-FC73-C702-C6116BB834DC}"/>
              </a:ext>
            </a:extLst>
          </p:cNvPr>
          <p:cNvCxnSpPr>
            <a:cxnSpLocks/>
            <a:stCxn id="12" idx="3"/>
            <a:endCxn id="23" idx="1"/>
          </p:cNvCxnSpPr>
          <p:nvPr/>
        </p:nvCxnSpPr>
        <p:spPr>
          <a:xfrm>
            <a:off x="2596896" y="3264347"/>
            <a:ext cx="1499616" cy="85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8EA51C7-3C4E-CF89-DAFE-BFE5FC6D0E2B}"/>
              </a:ext>
            </a:extLst>
          </p:cNvPr>
          <p:cNvCxnSpPr>
            <a:cxnSpLocks/>
            <a:stCxn id="20" idx="1"/>
            <a:endCxn id="23" idx="3"/>
          </p:cNvCxnSpPr>
          <p:nvPr/>
        </p:nvCxnSpPr>
        <p:spPr>
          <a:xfrm flipH="1">
            <a:off x="6291072" y="3349710"/>
            <a:ext cx="16459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D16D9DF0-3758-50E2-BDEC-424FAE41A8DD}"/>
              </a:ext>
            </a:extLst>
          </p:cNvPr>
          <p:cNvSpPr/>
          <p:nvPr/>
        </p:nvSpPr>
        <p:spPr>
          <a:xfrm>
            <a:off x="4169664" y="4547699"/>
            <a:ext cx="2048256" cy="1103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On Hover Display data for specific item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C481E87-D81F-EF50-1191-974D1E369900}"/>
              </a:ext>
            </a:extLst>
          </p:cNvPr>
          <p:cNvCxnSpPr>
            <a:stCxn id="23" idx="2"/>
            <a:endCxn id="36" idx="0"/>
          </p:cNvCxnSpPr>
          <p:nvPr/>
        </p:nvCxnSpPr>
        <p:spPr>
          <a:xfrm>
            <a:off x="5193792" y="3901356"/>
            <a:ext cx="0" cy="646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7761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1799347-400D-BAD2-0986-EF232DB30FA9}"/>
              </a:ext>
            </a:extLst>
          </p:cNvPr>
          <p:cNvSpPr/>
          <p:nvPr/>
        </p:nvSpPr>
        <p:spPr>
          <a:xfrm>
            <a:off x="0" y="0"/>
            <a:ext cx="233172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UR risk analysis API web v1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681D00-77F4-68D5-A1D1-8C6945C4D29C}"/>
              </a:ext>
            </a:extLst>
          </p:cNvPr>
          <p:cNvSpPr/>
          <p:nvPr/>
        </p:nvSpPr>
        <p:spPr>
          <a:xfrm>
            <a:off x="3651504" y="96012"/>
            <a:ext cx="1837944" cy="740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URLS identified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A2D753-79B5-5C96-4D99-30754DE14177}"/>
              </a:ext>
            </a:extLst>
          </p:cNvPr>
          <p:cNvSpPr/>
          <p:nvPr/>
        </p:nvSpPr>
        <p:spPr>
          <a:xfrm>
            <a:off x="2153791" y="3607308"/>
            <a:ext cx="1752600" cy="740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Perform</a:t>
            </a:r>
          </a:p>
          <a:p>
            <a:pPr algn="ctr"/>
            <a:r>
              <a:rPr lang="en-GB" dirty="0"/>
              <a:t>WHOIS API call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DECB14-6CBE-0613-E54B-DDE451DE05A6}"/>
              </a:ext>
            </a:extLst>
          </p:cNvPr>
          <p:cNvSpPr/>
          <p:nvPr/>
        </p:nvSpPr>
        <p:spPr>
          <a:xfrm>
            <a:off x="3672840" y="2350008"/>
            <a:ext cx="1795272" cy="6217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Normalise URL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47819EA-3D84-7A61-AD91-9251A4059B90}"/>
              </a:ext>
            </a:extLst>
          </p:cNvPr>
          <p:cNvCxnSpPr>
            <a:stCxn id="7" idx="2"/>
            <a:endCxn id="6" idx="0"/>
          </p:cNvCxnSpPr>
          <p:nvPr/>
        </p:nvCxnSpPr>
        <p:spPr>
          <a:xfrm flipH="1">
            <a:off x="3030091" y="2971800"/>
            <a:ext cx="1540385" cy="635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993CFCC-59C4-1746-C3F9-453019687C25}"/>
              </a:ext>
            </a:extLst>
          </p:cNvPr>
          <p:cNvSpPr/>
          <p:nvPr/>
        </p:nvSpPr>
        <p:spPr>
          <a:xfrm>
            <a:off x="4343400" y="3630168"/>
            <a:ext cx="1752600" cy="740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Perform</a:t>
            </a:r>
          </a:p>
          <a:p>
            <a:pPr algn="ctr"/>
            <a:r>
              <a:rPr lang="en-GB" dirty="0"/>
              <a:t>VIRUSTOTAL API call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C816E29-40AB-1A94-6AF3-1EFBE9A23C4C}"/>
              </a:ext>
            </a:extLst>
          </p:cNvPr>
          <p:cNvCxnSpPr>
            <a:stCxn id="7" idx="2"/>
            <a:endCxn id="11" idx="0"/>
          </p:cNvCxnSpPr>
          <p:nvPr/>
        </p:nvCxnSpPr>
        <p:spPr>
          <a:xfrm>
            <a:off x="4570476" y="2971800"/>
            <a:ext cx="649224" cy="658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DBB9C34-B401-F991-3496-3F0EC28218AE}"/>
              </a:ext>
            </a:extLst>
          </p:cNvPr>
          <p:cNvSpPr/>
          <p:nvPr/>
        </p:nvSpPr>
        <p:spPr>
          <a:xfrm>
            <a:off x="6522716" y="1760220"/>
            <a:ext cx="2203704" cy="704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Analyse URL path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59CF3E6-F859-BA73-63CD-7C29A86DC8C5}"/>
              </a:ext>
            </a:extLst>
          </p:cNvPr>
          <p:cNvCxnSpPr>
            <a:stCxn id="7" idx="3"/>
            <a:endCxn id="14" idx="1"/>
          </p:cNvCxnSpPr>
          <p:nvPr/>
        </p:nvCxnSpPr>
        <p:spPr>
          <a:xfrm flipV="1">
            <a:off x="5468112" y="2112264"/>
            <a:ext cx="1054604" cy="548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694263D-84AF-D832-6AEE-138DA6EA4EBC}"/>
              </a:ext>
            </a:extLst>
          </p:cNvPr>
          <p:cNvSpPr/>
          <p:nvPr/>
        </p:nvSpPr>
        <p:spPr>
          <a:xfrm>
            <a:off x="822964" y="2295144"/>
            <a:ext cx="1795272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Analyse country of registration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7F7DB0C-660A-A72A-BF7F-375DD7F4B36E}"/>
              </a:ext>
            </a:extLst>
          </p:cNvPr>
          <p:cNvCxnSpPr>
            <a:cxnSpLocks/>
            <a:stCxn id="7" idx="1"/>
            <a:endCxn id="17" idx="3"/>
          </p:cNvCxnSpPr>
          <p:nvPr/>
        </p:nvCxnSpPr>
        <p:spPr>
          <a:xfrm flipH="1">
            <a:off x="2618236" y="2660904"/>
            <a:ext cx="1054604" cy="41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BDE3A1D6-1282-1CBA-39F2-BE7C89465A5A}"/>
              </a:ext>
            </a:extLst>
          </p:cNvPr>
          <p:cNvSpPr/>
          <p:nvPr/>
        </p:nvSpPr>
        <p:spPr>
          <a:xfrm>
            <a:off x="439683" y="4690873"/>
            <a:ext cx="1589532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Analyse Age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625E52E-896B-943B-628E-37A56C7B3B29}"/>
              </a:ext>
            </a:extLst>
          </p:cNvPr>
          <p:cNvCxnSpPr>
            <a:stCxn id="6" idx="1"/>
            <a:endCxn id="24" idx="0"/>
          </p:cNvCxnSpPr>
          <p:nvPr/>
        </p:nvCxnSpPr>
        <p:spPr>
          <a:xfrm flipH="1">
            <a:off x="1234449" y="3977640"/>
            <a:ext cx="919342" cy="713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B410E2B4-2759-9035-C372-004EEF724F5B}"/>
              </a:ext>
            </a:extLst>
          </p:cNvPr>
          <p:cNvSpPr/>
          <p:nvPr/>
        </p:nvSpPr>
        <p:spPr>
          <a:xfrm>
            <a:off x="2186178" y="4713732"/>
            <a:ext cx="1589532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Expiration Date of Certificate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F108960-C0AF-C4CF-3630-5AC95FD3473C}"/>
              </a:ext>
            </a:extLst>
          </p:cNvPr>
          <p:cNvCxnSpPr>
            <a:stCxn id="6" idx="2"/>
            <a:endCxn id="27" idx="0"/>
          </p:cNvCxnSpPr>
          <p:nvPr/>
        </p:nvCxnSpPr>
        <p:spPr>
          <a:xfrm flipH="1">
            <a:off x="2980944" y="4347972"/>
            <a:ext cx="49147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93540D8-EF68-1F25-66B4-347D91287FC7}"/>
              </a:ext>
            </a:extLst>
          </p:cNvPr>
          <p:cNvSpPr/>
          <p:nvPr/>
        </p:nvSpPr>
        <p:spPr>
          <a:xfrm>
            <a:off x="6597400" y="2756916"/>
            <a:ext cx="2203704" cy="704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Analyse URL protocol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9231920-2B30-441E-6320-27348D7D4C0C}"/>
              </a:ext>
            </a:extLst>
          </p:cNvPr>
          <p:cNvCxnSpPr>
            <a:stCxn id="7" idx="3"/>
            <a:endCxn id="30" idx="1"/>
          </p:cNvCxnSpPr>
          <p:nvPr/>
        </p:nvCxnSpPr>
        <p:spPr>
          <a:xfrm>
            <a:off x="5468112" y="2660904"/>
            <a:ext cx="1129288" cy="448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3EC1FEBD-A8C5-FBE6-172A-B463C4E462BD}"/>
              </a:ext>
            </a:extLst>
          </p:cNvPr>
          <p:cNvSpPr/>
          <p:nvPr/>
        </p:nvSpPr>
        <p:spPr>
          <a:xfrm>
            <a:off x="6244207" y="4713732"/>
            <a:ext cx="2665482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Check (Link Text == Link) if not an image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9A6A39D-8D84-3585-9809-9DF620BCBB7C}"/>
              </a:ext>
            </a:extLst>
          </p:cNvPr>
          <p:cNvCxnSpPr>
            <a:cxnSpLocks/>
            <a:stCxn id="7" idx="3"/>
            <a:endCxn id="34" idx="0"/>
          </p:cNvCxnSpPr>
          <p:nvPr/>
        </p:nvCxnSpPr>
        <p:spPr>
          <a:xfrm>
            <a:off x="5468112" y="2660904"/>
            <a:ext cx="2108836" cy="2052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954A85E0-551E-4438-E060-FE0D3F86417F}"/>
              </a:ext>
            </a:extLst>
          </p:cNvPr>
          <p:cNvSpPr/>
          <p:nvPr/>
        </p:nvSpPr>
        <p:spPr>
          <a:xfrm>
            <a:off x="3854194" y="1207008"/>
            <a:ext cx="1417322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Extend URL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BB76EB3-B7D2-B019-9BE7-B39D76035975}"/>
              </a:ext>
            </a:extLst>
          </p:cNvPr>
          <p:cNvCxnSpPr>
            <a:stCxn id="5" idx="2"/>
            <a:endCxn id="54" idx="0"/>
          </p:cNvCxnSpPr>
          <p:nvPr/>
        </p:nvCxnSpPr>
        <p:spPr>
          <a:xfrm flipH="1">
            <a:off x="4562855" y="836676"/>
            <a:ext cx="7621" cy="370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8B2C8710-FBE5-A9C5-DCFE-A15AA9F7348F}"/>
              </a:ext>
            </a:extLst>
          </p:cNvPr>
          <p:cNvSpPr/>
          <p:nvPr/>
        </p:nvSpPr>
        <p:spPr>
          <a:xfrm>
            <a:off x="9015984" y="5591556"/>
            <a:ext cx="2288277" cy="10881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Combine Risk Scores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CFEE189-FDF4-54FE-5F4C-940B38B37E46}"/>
              </a:ext>
            </a:extLst>
          </p:cNvPr>
          <p:cNvCxnSpPr>
            <a:cxnSpLocks/>
            <a:stCxn id="11" idx="2"/>
            <a:endCxn id="68" idx="0"/>
          </p:cNvCxnSpPr>
          <p:nvPr/>
        </p:nvCxnSpPr>
        <p:spPr>
          <a:xfrm flipH="1">
            <a:off x="4973956" y="4370832"/>
            <a:ext cx="245744" cy="6217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A63621C1-845D-C40B-050F-CA867B1CC437}"/>
              </a:ext>
            </a:extLst>
          </p:cNvPr>
          <p:cNvSpPr/>
          <p:nvPr/>
        </p:nvSpPr>
        <p:spPr>
          <a:xfrm>
            <a:off x="4258056" y="4992624"/>
            <a:ext cx="1431800" cy="740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Analyse data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7EE3007D-01D3-866E-7D55-F0A1C0F8E0AE}"/>
              </a:ext>
            </a:extLst>
          </p:cNvPr>
          <p:cNvCxnSpPr>
            <a:stCxn id="68" idx="2"/>
            <a:endCxn id="65" idx="1"/>
          </p:cNvCxnSpPr>
          <p:nvPr/>
        </p:nvCxnSpPr>
        <p:spPr>
          <a:xfrm rot="16200000" flipH="1">
            <a:off x="6793802" y="3913442"/>
            <a:ext cx="402336" cy="40420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38D40059-634E-B806-B8BF-D1B462DB506E}"/>
              </a:ext>
            </a:extLst>
          </p:cNvPr>
          <p:cNvCxnSpPr>
            <a:stCxn id="34" idx="2"/>
            <a:endCxn id="65" idx="1"/>
          </p:cNvCxnSpPr>
          <p:nvPr/>
        </p:nvCxnSpPr>
        <p:spPr>
          <a:xfrm rot="16200000" flipH="1">
            <a:off x="7992428" y="5112068"/>
            <a:ext cx="608076" cy="143903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0682C2A0-A953-4256-0D77-342FB2B4C143}"/>
              </a:ext>
            </a:extLst>
          </p:cNvPr>
          <p:cNvCxnSpPr>
            <a:stCxn id="30" idx="2"/>
            <a:endCxn id="65" idx="0"/>
          </p:cNvCxnSpPr>
          <p:nvPr/>
        </p:nvCxnSpPr>
        <p:spPr>
          <a:xfrm rot="16200000" flipH="1">
            <a:off x="7864411" y="3295844"/>
            <a:ext cx="2130552" cy="246087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25484E03-B330-630D-F12C-CA58D3D18869}"/>
              </a:ext>
            </a:extLst>
          </p:cNvPr>
          <p:cNvCxnSpPr>
            <a:stCxn id="14" idx="3"/>
            <a:endCxn id="65" idx="0"/>
          </p:cNvCxnSpPr>
          <p:nvPr/>
        </p:nvCxnSpPr>
        <p:spPr>
          <a:xfrm>
            <a:off x="8726420" y="2112264"/>
            <a:ext cx="1433703" cy="347929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F6F34CD6-9FBF-30F9-721A-61B4F5BA3D3F}"/>
              </a:ext>
            </a:extLst>
          </p:cNvPr>
          <p:cNvCxnSpPr>
            <a:stCxn id="27" idx="2"/>
            <a:endCxn id="65" idx="1"/>
          </p:cNvCxnSpPr>
          <p:nvPr/>
        </p:nvCxnSpPr>
        <p:spPr>
          <a:xfrm rot="16200000" flipH="1">
            <a:off x="5694426" y="2814066"/>
            <a:ext cx="608076" cy="603504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3C767E54-8798-DDFE-3BB7-A693837B6B07}"/>
              </a:ext>
            </a:extLst>
          </p:cNvPr>
          <p:cNvCxnSpPr>
            <a:stCxn id="24" idx="2"/>
            <a:endCxn id="65" idx="1"/>
          </p:cNvCxnSpPr>
          <p:nvPr/>
        </p:nvCxnSpPr>
        <p:spPr>
          <a:xfrm rot="16200000" flipH="1">
            <a:off x="4809749" y="1929388"/>
            <a:ext cx="630935" cy="778153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86ED85D2-0DF7-D3FB-BA95-4418F6227ECE}"/>
              </a:ext>
            </a:extLst>
          </p:cNvPr>
          <p:cNvCxnSpPr>
            <a:stCxn id="17" idx="1"/>
            <a:endCxn id="65" idx="1"/>
          </p:cNvCxnSpPr>
          <p:nvPr/>
        </p:nvCxnSpPr>
        <p:spPr>
          <a:xfrm rot="10800000" flipH="1" flipV="1">
            <a:off x="822964" y="2702052"/>
            <a:ext cx="8193020" cy="3433572"/>
          </a:xfrm>
          <a:prstGeom prst="bentConnector3">
            <a:avLst>
              <a:gd name="adj1" fmla="val -703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A144460-88AA-3E85-7713-37DF98325417}"/>
              </a:ext>
            </a:extLst>
          </p:cNvPr>
          <p:cNvSpPr/>
          <p:nvPr/>
        </p:nvSpPr>
        <p:spPr>
          <a:xfrm>
            <a:off x="9514713" y="553212"/>
            <a:ext cx="2212848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Return Risk score for the URL to HTML CONTROLLER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1ABF7B97-8933-69C9-D93E-FB47F5D398EC}"/>
              </a:ext>
            </a:extLst>
          </p:cNvPr>
          <p:cNvCxnSpPr>
            <a:stCxn id="54" idx="2"/>
            <a:endCxn id="7" idx="0"/>
          </p:cNvCxnSpPr>
          <p:nvPr/>
        </p:nvCxnSpPr>
        <p:spPr>
          <a:xfrm>
            <a:off x="4562855" y="2020824"/>
            <a:ext cx="7621" cy="3291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97A8192-A384-8695-9446-DC02167D6D53}"/>
              </a:ext>
            </a:extLst>
          </p:cNvPr>
          <p:cNvSpPr/>
          <p:nvPr/>
        </p:nvSpPr>
        <p:spPr>
          <a:xfrm>
            <a:off x="920508" y="1380742"/>
            <a:ext cx="1682487" cy="6400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Analyse Redirects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3B78618B-5BB1-E52E-7776-3F171CAB0135}"/>
              </a:ext>
            </a:extLst>
          </p:cNvPr>
          <p:cNvCxnSpPr>
            <a:stCxn id="54" idx="1"/>
            <a:endCxn id="110" idx="3"/>
          </p:cNvCxnSpPr>
          <p:nvPr/>
        </p:nvCxnSpPr>
        <p:spPr>
          <a:xfrm flipH="1">
            <a:off x="2602995" y="1613916"/>
            <a:ext cx="1251199" cy="86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6600ABC2-5B2C-7383-E3AF-2AA5E5342ADD}"/>
              </a:ext>
            </a:extLst>
          </p:cNvPr>
          <p:cNvCxnSpPr>
            <a:stCxn id="110" idx="1"/>
            <a:endCxn id="65" idx="1"/>
          </p:cNvCxnSpPr>
          <p:nvPr/>
        </p:nvCxnSpPr>
        <p:spPr>
          <a:xfrm rot="10800000" flipH="1" flipV="1">
            <a:off x="920508" y="1700782"/>
            <a:ext cx="8095476" cy="4434841"/>
          </a:xfrm>
          <a:prstGeom prst="bentConnector3">
            <a:avLst>
              <a:gd name="adj1" fmla="val -824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: Elbow 121">
            <a:extLst>
              <a:ext uri="{FF2B5EF4-FFF2-40B4-BE49-F238E27FC236}">
                <a16:creationId xmlns:a16="http://schemas.microsoft.com/office/drawing/2014/main" id="{3ABD2528-B804-7C3C-FB52-D28B84840BB4}"/>
              </a:ext>
            </a:extLst>
          </p:cNvPr>
          <p:cNvCxnSpPr>
            <a:stCxn id="65" idx="3"/>
            <a:endCxn id="101" idx="2"/>
          </p:cNvCxnSpPr>
          <p:nvPr/>
        </p:nvCxnSpPr>
        <p:spPr>
          <a:xfrm flipH="1" flipV="1">
            <a:off x="10621137" y="1367028"/>
            <a:ext cx="683124" cy="4768596"/>
          </a:xfrm>
          <a:prstGeom prst="bentConnector4">
            <a:avLst>
              <a:gd name="adj1" fmla="val -33464"/>
              <a:gd name="adj2" fmla="val 5570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528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7F0C95-202B-CE8A-C120-0769E5FB0AA9}"/>
              </a:ext>
            </a:extLst>
          </p:cNvPr>
          <p:cNvSpPr/>
          <p:nvPr/>
        </p:nvSpPr>
        <p:spPr>
          <a:xfrm>
            <a:off x="0" y="0"/>
            <a:ext cx="233172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Bad Words Highlighting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D42FF9-D369-4C76-7415-DBFE472192AC}"/>
              </a:ext>
            </a:extLst>
          </p:cNvPr>
          <p:cNvSpPr/>
          <p:nvPr/>
        </p:nvSpPr>
        <p:spPr>
          <a:xfrm>
            <a:off x="4023360" y="164592"/>
            <a:ext cx="207264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 Body Received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3A3291-FFFB-7C24-9991-DE111964C1DD}"/>
              </a:ext>
            </a:extLst>
          </p:cNvPr>
          <p:cNvSpPr/>
          <p:nvPr/>
        </p:nvSpPr>
        <p:spPr>
          <a:xfrm>
            <a:off x="4023360" y="1325880"/>
            <a:ext cx="2072640" cy="13533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Scan the body and isolate each word that is in the Bad Words Local </a:t>
            </a:r>
            <a:r>
              <a:rPr lang="en-GB" dirty="0" err="1"/>
              <a:t>db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5CD4E1-34BA-F8FB-A4DF-D904392D206F}"/>
              </a:ext>
            </a:extLst>
          </p:cNvPr>
          <p:cNvSpPr/>
          <p:nvPr/>
        </p:nvSpPr>
        <p:spPr>
          <a:xfrm>
            <a:off x="6867144" y="283464"/>
            <a:ext cx="1115568" cy="7223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BAD words list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E8AA82-0432-1F38-8A49-D4F289728FD2}"/>
              </a:ext>
            </a:extLst>
          </p:cNvPr>
          <p:cNvSpPr/>
          <p:nvPr/>
        </p:nvSpPr>
        <p:spPr>
          <a:xfrm>
            <a:off x="4064508" y="3136392"/>
            <a:ext cx="1990344" cy="1435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Inject custom CSS and add reason for the word/words being highlighted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D1A7AB4-9715-1962-F895-83CD6B4A1D9A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5059680" y="2679192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C445217-7509-EABC-3FB1-B3791A9644FB}"/>
              </a:ext>
            </a:extLst>
          </p:cNvPr>
          <p:cNvCxnSpPr>
            <a:stCxn id="6" idx="3"/>
            <a:endCxn id="7" idx="2"/>
          </p:cNvCxnSpPr>
          <p:nvPr/>
        </p:nvCxnSpPr>
        <p:spPr>
          <a:xfrm flipV="1">
            <a:off x="6096000" y="1005840"/>
            <a:ext cx="1328928" cy="9966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1ECD445-1C34-DF80-867A-1BDABC5D3BA4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5059680" y="978408"/>
            <a:ext cx="0" cy="3474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9791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74BC06-4C25-C982-04B0-B1A2630001FD}"/>
              </a:ext>
            </a:extLst>
          </p:cNvPr>
          <p:cNvSpPr/>
          <p:nvPr/>
        </p:nvSpPr>
        <p:spPr>
          <a:xfrm>
            <a:off x="1288026" y="1750142"/>
            <a:ext cx="1170039" cy="7669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Extension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AA2701-5D00-A6AD-52D9-E9B4587789B0}"/>
              </a:ext>
            </a:extLst>
          </p:cNvPr>
          <p:cNvSpPr/>
          <p:nvPr/>
        </p:nvSpPr>
        <p:spPr>
          <a:xfrm>
            <a:off x="3893574" y="1750141"/>
            <a:ext cx="1101213" cy="20844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Hussar API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BFEE67A-EFE9-C081-7624-09701D0AC701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458065" y="2133600"/>
            <a:ext cx="14355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CE62CEC-F9D5-1320-3E66-81B92933887E}"/>
              </a:ext>
            </a:extLst>
          </p:cNvPr>
          <p:cNvSpPr/>
          <p:nvPr/>
        </p:nvSpPr>
        <p:spPr>
          <a:xfrm>
            <a:off x="5914103" y="1750139"/>
            <a:ext cx="1356851" cy="7669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Website 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03B8B3-0572-3A99-C47E-5B5D7E15ADC8}"/>
              </a:ext>
            </a:extLst>
          </p:cNvPr>
          <p:cNvSpPr/>
          <p:nvPr/>
        </p:nvSpPr>
        <p:spPr>
          <a:xfrm>
            <a:off x="8160773" y="1750139"/>
            <a:ext cx="1268362" cy="7669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Website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C00C7F-7B26-00F9-BE46-BEBDADEFC774}"/>
              </a:ext>
            </a:extLst>
          </p:cNvPr>
          <p:cNvSpPr/>
          <p:nvPr/>
        </p:nvSpPr>
        <p:spPr>
          <a:xfrm>
            <a:off x="8072284" y="3020340"/>
            <a:ext cx="1356851" cy="9733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Website 3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74C66CE-D599-94EC-F490-687A5281E224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4994787" y="2133598"/>
            <a:ext cx="919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E3E846E-71CE-8024-89A8-31C3F859FE33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7270954" y="2133598"/>
            <a:ext cx="8898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1F93812-7D05-F621-7DBA-D45AF87051A5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 flipH="1">
            <a:off x="8750710" y="2517056"/>
            <a:ext cx="44244" cy="5032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DF70279-C248-A5A1-8903-2DEA0D701A4F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4994787" y="3507036"/>
            <a:ext cx="307749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49243BCE-D69E-8A74-B48A-C474657FA738}"/>
              </a:ext>
            </a:extLst>
          </p:cNvPr>
          <p:cNvCxnSpPr>
            <a:endCxn id="4" idx="2"/>
          </p:cNvCxnSpPr>
          <p:nvPr/>
        </p:nvCxnSpPr>
        <p:spPr>
          <a:xfrm rot="10800000">
            <a:off x="1873046" y="2517058"/>
            <a:ext cx="2020528" cy="91194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1B3C577-E597-EAFA-C08F-C6EF9B99A187}"/>
              </a:ext>
            </a:extLst>
          </p:cNvPr>
          <p:cNvSpPr txBox="1"/>
          <p:nvPr/>
        </p:nvSpPr>
        <p:spPr>
          <a:xfrm>
            <a:off x="2298289" y="3020340"/>
            <a:ext cx="1302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Website 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BA8D33-1FC1-A078-E948-559A9CA119EB}"/>
              </a:ext>
            </a:extLst>
          </p:cNvPr>
          <p:cNvSpPr txBox="1"/>
          <p:nvPr/>
        </p:nvSpPr>
        <p:spPr>
          <a:xfrm>
            <a:off x="2590799" y="1771332"/>
            <a:ext cx="1302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Website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98EF11-157D-8B24-CB7E-BC4FB8CBA0C6}"/>
              </a:ext>
            </a:extLst>
          </p:cNvPr>
          <p:cNvSpPr txBox="1"/>
          <p:nvPr/>
        </p:nvSpPr>
        <p:spPr>
          <a:xfrm>
            <a:off x="7256205" y="1740304"/>
            <a:ext cx="904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Redirect</a:t>
            </a:r>
            <a:endParaRPr lang="en-GB" sz="9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45723E-7AC7-F950-334B-F7ECDF2FAC0E}"/>
              </a:ext>
            </a:extLst>
          </p:cNvPr>
          <p:cNvSpPr txBox="1"/>
          <p:nvPr/>
        </p:nvSpPr>
        <p:spPr>
          <a:xfrm>
            <a:off x="8932607" y="2638470"/>
            <a:ext cx="904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Redirect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996172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266</Words>
  <Application>Microsoft Office PowerPoint</Application>
  <PresentationFormat>Widescreen</PresentationFormat>
  <Paragraphs>76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(s) Nikodem Drabik</dc:creator>
  <cp:lastModifiedBy>(s) Nikodem Drabik</cp:lastModifiedBy>
  <cp:revision>9</cp:revision>
  <dcterms:created xsi:type="dcterms:W3CDTF">2025-11-07T18:24:16Z</dcterms:created>
  <dcterms:modified xsi:type="dcterms:W3CDTF">2026-04-20T11:43:14Z</dcterms:modified>
</cp:coreProperties>
</file>